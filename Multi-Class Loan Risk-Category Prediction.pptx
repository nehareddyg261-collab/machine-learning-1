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09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10360152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9FC5E8"/>
            </a:solidFill>
            <a:prstDash val="solid"/>
          </a:ln>
          <a:effectLst>
            <a:outerShdw blurRad="101600" dist="38100" dir="5400000" algn="bl" rotWithShape="0">
              <a:srgbClr val="9FC5E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965960"/>
            <a:ext cx="9811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Multi-Class Loan Risk-Category Prediction Using Multinomial Logistic Regression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6FA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BY: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Kavya Sree - 2520030413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A2A38"/>
                </a:solidFill>
                <a:latin typeface="Times New Roman" pitchFamily="34" charset="0"/>
                <a:cs typeface="Times New Roman" pitchFamily="34" charset="-120"/>
              </a:rPr>
              <a:t>G. Neha Reddy - 2520030409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Banks and financial institutions need to know the risk level of a loan applicant before approving a loan.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methods often use manual credit scoring or simple rule-based checks, which do not always capture the relationship between different applicant details.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uses Multinomial Logistic Regression, a statistical method used for multi-class classification, to predict the loan risk category of an applicant.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risk category is divided into more than two classes, for example Low Risk, Medium Risk, and High Risk, instead of just a Yes/No decision.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uses applicant details such as income, credit score, loan amount, employment status, and repayment history as input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extends the normal logistic regression model so that it can handle more than two output classes.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a probability value for each risk category, which makes the model easy to understand and interpret.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includes steps like data cleaning, encoding of categorical values, feature scaling, splitting the data into train and test sets, and then applying the model.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evaluated using accuracy, precision, recall, F1-score, and a confusion matrix.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kind of model can help banks make faster and more consistent decisions, reduce human bias, and identify high-risk applicants early, which can help in reducing loan defaults.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Loan applicant dataset (Kaggle / public loan approval dataset).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Dimensions: Around 1000 rows x 12-13 columns.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Applicant income, Applicant Age, loan amount, credit history, employment type, education, Home ownership and Loan intent. 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Loan Risk Category (Low / Medium / High) - a multi-class label.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 column: Applicant ID (identifier, usually dropped before training).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(EDA):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of Risk Categories: Most applicants fall under Low or Medium risk, fewer applicants fall under High risk.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Distributions: Histograms of income and loan amount show skewness and a few outliers.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Heatmap: Credit history and income show strong relation with the risk category, while loan amount shows a moderate relation.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Credit history and income are the most important factors that influence loan risk, which helps in choosing the right features for the model.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well-known existing systems for loan approval and risk checking generally use the following approach: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credit scoring done by bank officers based on fixed rules and past experience.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Logistic Regression used only for a binary decision - approve or reject.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systems use Decision Tree or Random Forest models to predict loan eligibility.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these systems give only an approve/reject output and do not classify the applicant into detailed risk levels.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Modified System with a Different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1365992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81735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a simple Yes/No approval, this project classifies the applicant into Low, Medium, or High risk category.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is used, which is well suited for multi-class problems and also gives class probabilities.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Proper encoding of categorical features and scaling of numeric features is done before training the model.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evaluated using a confusion matrix and a full classification report, not just accuracy alone.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Regularization can be added to reduce overfitting and improve generalization on new data.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coefficients are studied to understand which features increase or decrease loan risk.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VS Modified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54396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31636" y="1280160"/>
            <a:ext cx="5454396" cy="4983480"/>
          </a:xfrm>
          <a:prstGeom prst="roundRect">
            <a:avLst>
              <a:gd name="adj" fmla="val 2202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368796" y="1463040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Modified System (Proposed Approach)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49057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Mostly binary classification: approve or reject.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simple rules or manual scoring.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 to no multi-class risk categorization.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explanation for the decision taken.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5956" y="2057400"/>
            <a:ext cx="490575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Multi-class classification into Low, Medium, and High risk.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Multinomial Logistic Regression with probability output.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evaluation using precision, recall, and F1-score.</a:t>
            </a:r>
            <a:endParaRPr lang="en-US" sz="15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interpretability through model coefficients.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will classify loan applicants into Low, Medium, or High risk category with reasonable accuracy.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will show which features, such as income, credit history, and loan amount, have the strongest effect on loan risk.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confusion matrix and classification report will give a clear picture of how well the model performs on each risk category.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Overall, the project will provide a simple, data-driven way to assess loan risk, which can support faster and more informed lending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1365992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FC5E8"/>
            </a:solidFill>
            <a:prstDash val="solid"/>
          </a:ln>
          <a:effectLst>
            <a:outerShdw blurRad="76200" dist="25400" dir="5400000" algn="bl" rotWithShape="0">
              <a:srgbClr val="9FC5E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is an effective and simple method to classify loan applicants into more than two risk categories.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a probability for each class, which makes it interpretable and useful for real banking decisions.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 results with other multi-class models such as Random Forest or XGBoost.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class imbalance if the High risk category has fewer examples than the other categories.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analysis with feature importance to clearly identify the most critical attributes.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the model as a simple web application for real-time loan risk prediction.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371600"/>
            <a:ext cx="2743200" cy="2743200"/>
          </a:xfrm>
          <a:prstGeom prst="ellipse">
            <a:avLst/>
          </a:prstGeom>
          <a:solidFill>
            <a:srgbClr val="BBD9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577840"/>
            <a:ext cx="2194560" cy="2194560"/>
          </a:xfrm>
          <a:prstGeom prst="ellipse">
            <a:avLst/>
          </a:prstGeom>
          <a:solidFill>
            <a:srgbClr val="DCEBF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468880"/>
            <a:ext cx="5788152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9FC5E8"/>
            </a:solidFill>
            <a:prstDash val="solid"/>
          </a:ln>
          <a:effectLst>
            <a:outerShdw blurRad="101600" dist="38100" dir="5400000" algn="bl" rotWithShape="0">
              <a:srgbClr val="9FC5E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200400" y="2468880"/>
            <a:ext cx="57881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932</Words>
  <Application>Microsoft Office PowerPoint</Application>
  <PresentationFormat>Widescreen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Neha Gottam</cp:lastModifiedBy>
  <cp:revision>2</cp:revision>
  <dcterms:created xsi:type="dcterms:W3CDTF">2026-08-28T09:11:11Z</dcterms:created>
  <dcterms:modified xsi:type="dcterms:W3CDTF">2026-08-28T10:10:33Z</dcterms:modified>
</cp:coreProperties>
</file>